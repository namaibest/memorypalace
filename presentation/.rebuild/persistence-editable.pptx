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6d3a3111de462a" /><Relationship Type="http://schemas.openxmlformats.org/officeDocument/2006/relationships/extended-properties" Target="/docProps/app.xml" Id="R0c240b5681684877" /><Relationship Type="http://schemas.openxmlformats.org/officeDocument/2006/relationships/officeDocument" Target="/ppt/presentation.xml" Id="R221390303ad64fe6" /></Relationships>
</file>

<file path=ppt/presentation.xml><?xml version="1.0" encoding="utf-8"?>
<p:presentation xmlns:p="http://schemas.openxmlformats.org/presentationml/2006/main">
  <p:sldMasterIdLst>
    <p:sldMasterId xmlns:r="http://schemas.openxmlformats.org/officeDocument/2006/relationships" id="2147483648" r:id="R7f332b3eccc246b5"/>
  </p:sldMasterIdLst>
  <p:notesMasterIdLst>
    <p:notesMasterId xmlns:r="http://schemas.openxmlformats.org/officeDocument/2006/relationships" r:id="R258e8436f9584810"/>
  </p:notesMasterIdLst>
  <p:sldIdLst>
    <p:sldId xmlns:r="http://schemas.openxmlformats.org/officeDocument/2006/relationships" id="256" r:id="R8b655f129e934195"/>
    <p:sldId xmlns:r="http://schemas.openxmlformats.org/officeDocument/2006/relationships" id="257" r:id="R57a76de790274d50"/>
    <p:sldId xmlns:r="http://schemas.openxmlformats.org/officeDocument/2006/relationships" id="258" r:id="R56167b08a568408c"/>
    <p:sldId xmlns:r="http://schemas.openxmlformats.org/officeDocument/2006/relationships" id="259" r:id="R0fa29c3aac4246bb"/>
    <p:sldId xmlns:r="http://schemas.openxmlformats.org/officeDocument/2006/relationships" id="260" r:id="Rf51e690d7e80418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7632720d4d4b96" /><Relationship Type="http://schemas.openxmlformats.org/officeDocument/2006/relationships/slideMaster" Target="/ppt/slideMasters/slideMaster1.xml" Id="R7f332b3eccc246b5" /><Relationship Type="http://schemas.openxmlformats.org/officeDocument/2006/relationships/notesMaster" Target="/ppt/notesMasters/notesMaster1.xml" Id="R258e8436f9584810" /><Relationship Type="http://schemas.openxmlformats.org/officeDocument/2006/relationships/presProps" Target="/ppt/presProps.xml" Id="R76cd38d7cbe540a5" /><Relationship Type="http://schemas.openxmlformats.org/officeDocument/2006/relationships/tableStyles" Target="/ppt/tableStyles.xml" Id="R925e71a2be3d4edd" /><Relationship Type="http://schemas.openxmlformats.org/officeDocument/2006/relationships/slide" Target="/ppt/slides/slide1.xml" Id="R8b655f129e934195" /><Relationship Type="http://schemas.openxmlformats.org/officeDocument/2006/relationships/slide" Target="/ppt/slides/slide2.xml" Id="R57a76de790274d50" /><Relationship Type="http://schemas.openxmlformats.org/officeDocument/2006/relationships/slide" Target="/ppt/slides/slide3.xml" Id="R56167b08a568408c" /><Relationship Type="http://schemas.openxmlformats.org/officeDocument/2006/relationships/slide" Target="/ppt/slides/slide4.xml" Id="R0fa29c3aac4246bb" /><Relationship Type="http://schemas.openxmlformats.org/officeDocument/2006/relationships/slide" Target="/ppt/slides/slide5.xml" Id="Rf51e690d7e8041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47002ad11f43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5a3f371a384403" /><Relationship Type="http://schemas.openxmlformats.org/officeDocument/2006/relationships/notesMaster" Target="/ppt/notesMasters/notesMaster1.xml" Id="R386bf8a7ad4441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659360ddc546b4" /><Relationship Type="http://schemas.openxmlformats.org/officeDocument/2006/relationships/notesMaster" Target="/ppt/notesMasters/notesMaster1.xml" Id="Re7e78ae38c7b48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79476327824e66" /><Relationship Type="http://schemas.openxmlformats.org/officeDocument/2006/relationships/notesMaster" Target="/ppt/notesMasters/notesMaster1.xml" Id="Re7b1e96e055141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5518c02a814045" /><Relationship Type="http://schemas.openxmlformats.org/officeDocument/2006/relationships/notesMaster" Target="/ppt/notesMasters/notesMaster1.xml" Id="Ra0266c31a40947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e96e201d634367" /><Relationship Type="http://schemas.openxmlformats.org/officeDocument/2006/relationships/notesMaster" Target="/ppt/notesMasters/notesMaster1.xml" Id="R9cc037eebaac47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consecutive windows above z=2.0 are required. No overlap means samples are not reused; it does not prove statistical independence of brain activity. The active backend finalizes an ongoing recording on this trigger, attaches the signal context, and saves it. The concept film illustrates the broader event-capture vision. Sources: confusion-detector/src/config.py; hardware-demo/eegdemo/server.py Runtime.trigger.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consecutive windows above z=2.0 are required. No overlap means samples are not reused; it does not prove statistical independence of brain activity. The active backend finalizes an ongoing recording on this trigger, attaches the signal context, and saves it. The concept film illustrates the broader event-capture vision. Sources: confusion-detector/src/config.py; hardware-demo/eegdemo/server.py Runtime.trigger.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consecutive windows above z=2.0 are required. No overlap means samples are not reused; it does not prove statistical independence of brain activity. The active backend finalizes an ongoing recording on this trigger, attaches the signal context, and saves it. The concept film illustrates the broader event-capture vision. Sources: confusion-detector/src/config.py; hardware-demo/eegdemo/server.py Runtime.trigger.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consecutive windows above z=2.0 are required. No overlap means samples are not reused; it does not prove statistical independence of brain activity. The active backend finalizes an ongoing recording on this trigger, attaches the signal context, and saves it. The concept film illustrates the broader event-capture vision. Sources: confusion-detector/src/config.py; hardware-demo/eegdemo/server.py Runtime.trigger.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consecutive windows above z=2.0 are required. No overlap means samples are not reused; it does not prove statistical independence of brain activity. The active backend finalizes an ongoing recording on this trigger, attaches the signal context, and saves it. The concept film illustrates the broader event-capture vision. Sources: confusion-detector/src/config.py; hardware-demo/eegdemo/server.py Runtime.trigger.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e7096a824b4f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156dce46284d0f" /><Relationship Type="http://schemas.openxmlformats.org/officeDocument/2006/relationships/slideLayout" Target="/ppt/slideLayouts/slideLayout1.xml" Id="R564ef4e3891a47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4ef4e3891a47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e7e0f845264098" /><Relationship Type="http://schemas.openxmlformats.org/officeDocument/2006/relationships/notesSlide" Target="/ppt/notesSlides/notesSlide1.xml" Id="R124eba06131d4f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59941610b347d7" /><Relationship Type="http://schemas.openxmlformats.org/officeDocument/2006/relationships/notesSlide" Target="/ppt/notesSlides/notesSlide2.xml" Id="R90d58e0662954e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7af4cf6fcd4bea" /><Relationship Type="http://schemas.openxmlformats.org/officeDocument/2006/relationships/notesSlide" Target="/ppt/notesSlides/notesSlide3.xml" Id="R92ce7f7286a642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e8259d592b44c3" /><Relationship Type="http://schemas.openxmlformats.org/officeDocument/2006/relationships/notesSlide" Target="/ppt/notesSlides/notesSlide4.xml" Id="R70955fd084e24b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b5c193076348de" /><Relationship Type="http://schemas.openxmlformats.org/officeDocument/2006/relationships/notesSlide" Target="/ppt/notesSlides/notesSlide5.xml" Id="Rab98e76c93b24768" /></Relationships>
</file>

<file path=ppt/slides/slide1.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1" name="Four fresh windows confirm one event">
            <a:extLst xmlns:a="http://schemas.openxmlformats.org/drawingml/2006/main">
              <a:ext uri="{FF2B5EF4-FFF2-40B4-BE49-F238E27FC236}">
                <a16:creationId xmlns:a16="http://schemas.microsoft.com/office/drawing/2014/main" id="{450F41BE-641E-495D-BAA6-13940BDC905E}"/>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Four fresh windows confirm one event</a:t>
            </a:r>
          </a:p>
        </p:txBody>
      </p:sp>
      <p:sp>
        <p:nvSpPr>
          <p:cNvPr id="2" name="Each window uses new EEG samples. A dip below the ">
            <a:extLst xmlns:a="http://schemas.openxmlformats.org/drawingml/2006/main">
              <a:ext uri="{FF2B5EF4-FFF2-40B4-BE49-F238E27FC236}">
                <a16:creationId xmlns:a16="http://schemas.microsoft.com/office/drawing/2014/main" id="{78B0622D-71E4-41EC-8453-B25E4F6FB299}"/>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Each window uses new EEG samples. A dip below the threshold resets the count.</a:t>
            </a:r>
          </a:p>
        </p:txBody>
      </p:sp>
      <p:sp>
        <p:nvSpPr>
          <p:cNvPr id="3" name="diagram">
            <a:extLst xmlns:a="http://schemas.openxmlformats.org/drawingml/2006/main">
              <a:ext uri="{FF2B5EF4-FFF2-40B4-BE49-F238E27FC236}">
                <a16:creationId xmlns:a16="http://schemas.microsoft.com/office/drawing/2014/main" id="{BE336B80-4FA4-485C-8D11-017A4DADA1D6}"/>
              </a:ext>
            </a:extLst>
          </p:cNvPr>
          <p:cNvSpPr>
            <a:spLocks xmlns:a="http://schemas.openxmlformats.org/drawingml/2006/main" noGrp="1"/>
          </p:cNvSpPr>
          <p:nvPr/>
        </p:nvSpPr>
        <p:spPr>
          <a:xfrm xmlns:a="http://schemas.openxmlformats.org/drawingml/2006/main">
            <a:off x="1047750"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4" name="0–4 s">
            <a:extLst xmlns:a="http://schemas.openxmlformats.org/drawingml/2006/main">
              <a:ext uri="{FF2B5EF4-FFF2-40B4-BE49-F238E27FC236}">
                <a16:creationId xmlns:a16="http://schemas.microsoft.com/office/drawing/2014/main" id="{D785F373-365B-4913-BCE2-9FB64A47E6C8}"/>
              </a:ext>
            </a:extLst>
          </p:cNvPr>
          <p:cNvSpPr>
            <a:spLocks xmlns:a="http://schemas.openxmlformats.org/drawingml/2006/main" noGrp="1"/>
          </p:cNvSpPr>
          <p:nvPr/>
        </p:nvSpPr>
        <p:spPr>
          <a:xfrm xmlns:a="http://schemas.openxmlformats.org/drawingml/2006/main">
            <a:off x="121920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0–4 s</a:t>
            </a:r>
          </a:p>
        </p:txBody>
      </p:sp>
      <p:sp>
        <p:nvSpPr>
          <p:cNvPr id="5" name="Next window">
            <a:extLst xmlns:a="http://schemas.openxmlformats.org/drawingml/2006/main">
              <a:ext uri="{FF2B5EF4-FFF2-40B4-BE49-F238E27FC236}">
                <a16:creationId xmlns:a16="http://schemas.microsoft.com/office/drawing/2014/main" id="{9F2FE7B9-74C2-485F-8999-E0EBBAEFAD8F}"/>
              </a:ext>
            </a:extLst>
          </p:cNvPr>
          <p:cNvSpPr>
            <a:spLocks xmlns:a="http://schemas.openxmlformats.org/drawingml/2006/main" noGrp="1"/>
          </p:cNvSpPr>
          <p:nvPr/>
        </p:nvSpPr>
        <p:spPr>
          <a:xfrm xmlns:a="http://schemas.openxmlformats.org/drawingml/2006/main">
            <a:off x="121920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sp>
        <p:nvSpPr>
          <p:cNvPr id="6" name="diagram">
            <a:extLst xmlns:a="http://schemas.openxmlformats.org/drawingml/2006/main">
              <a:ext uri="{FF2B5EF4-FFF2-40B4-BE49-F238E27FC236}">
                <a16:creationId xmlns:a16="http://schemas.microsoft.com/office/drawing/2014/main" id="{4CF129FE-F48E-478C-8058-F9C4A6BBA9A6}"/>
              </a:ext>
            </a:extLst>
          </p:cNvPr>
          <p:cNvSpPr>
            <a:spLocks xmlns:a="http://schemas.openxmlformats.org/drawingml/2006/main" noGrp="1"/>
          </p:cNvSpPr>
          <p:nvPr/>
        </p:nvSpPr>
        <p:spPr>
          <a:xfrm xmlns:a="http://schemas.openxmlformats.org/drawingml/2006/main">
            <a:off x="5095875"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7" name="4–8 s">
            <a:extLst xmlns:a="http://schemas.openxmlformats.org/drawingml/2006/main">
              <a:ext uri="{FF2B5EF4-FFF2-40B4-BE49-F238E27FC236}">
                <a16:creationId xmlns:a16="http://schemas.microsoft.com/office/drawing/2014/main" id="{15645B9C-A6BE-4EAA-9832-3EC00BB04F8F}"/>
              </a:ext>
            </a:extLst>
          </p:cNvPr>
          <p:cNvSpPr>
            <a:spLocks xmlns:a="http://schemas.openxmlformats.org/drawingml/2006/main" noGrp="1"/>
          </p:cNvSpPr>
          <p:nvPr/>
        </p:nvSpPr>
        <p:spPr>
          <a:xfrm xmlns:a="http://schemas.openxmlformats.org/drawingml/2006/main">
            <a:off x="526732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4–8 s</a:t>
            </a:r>
          </a:p>
        </p:txBody>
      </p:sp>
      <p:sp>
        <p:nvSpPr>
          <p:cNvPr id="8" name="Next window">
            <a:extLst xmlns:a="http://schemas.openxmlformats.org/drawingml/2006/main">
              <a:ext uri="{FF2B5EF4-FFF2-40B4-BE49-F238E27FC236}">
                <a16:creationId xmlns:a16="http://schemas.microsoft.com/office/drawing/2014/main" id="{13FF42C4-496A-4E75-975A-D75EDAB90AD2}"/>
              </a:ext>
            </a:extLst>
          </p:cNvPr>
          <p:cNvSpPr>
            <a:spLocks xmlns:a="http://schemas.openxmlformats.org/drawingml/2006/main" noGrp="1"/>
          </p:cNvSpPr>
          <p:nvPr/>
        </p:nvSpPr>
        <p:spPr>
          <a:xfrm xmlns:a="http://schemas.openxmlformats.org/drawingml/2006/main">
            <a:off x="526732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457200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0" name="diagram">
            <a:extLst xmlns:a="http://schemas.openxmlformats.org/drawingml/2006/main">
              <a:ext uri="{FF2B5EF4-FFF2-40B4-BE49-F238E27FC236}">
                <a16:creationId xmlns:a16="http://schemas.microsoft.com/office/drawing/2014/main" id="{49C194D7-199D-4400-A0F3-9997750054C7}"/>
              </a:ext>
            </a:extLst>
          </p:cNvPr>
          <p:cNvSpPr>
            <a:spLocks xmlns:a="http://schemas.openxmlformats.org/drawingml/2006/main" noGrp="1"/>
          </p:cNvSpPr>
          <p:nvPr/>
        </p:nvSpPr>
        <p:spPr>
          <a:xfrm xmlns:a="http://schemas.openxmlformats.org/drawingml/2006/main">
            <a:off x="9144000"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11" name="8–12 s">
            <a:extLst xmlns:a="http://schemas.openxmlformats.org/drawingml/2006/main">
              <a:ext uri="{FF2B5EF4-FFF2-40B4-BE49-F238E27FC236}">
                <a16:creationId xmlns:a16="http://schemas.microsoft.com/office/drawing/2014/main" id="{C5FA20C5-5BCF-4480-B618-C0BEF2AF33BF}"/>
              </a:ext>
            </a:extLst>
          </p:cNvPr>
          <p:cNvSpPr>
            <a:spLocks xmlns:a="http://schemas.openxmlformats.org/drawingml/2006/main" noGrp="1"/>
          </p:cNvSpPr>
          <p:nvPr/>
        </p:nvSpPr>
        <p:spPr>
          <a:xfrm xmlns:a="http://schemas.openxmlformats.org/drawingml/2006/main">
            <a:off x="931545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8–12 s</a:t>
            </a:r>
          </a:p>
        </p:txBody>
      </p:sp>
      <p:sp>
        <p:nvSpPr>
          <p:cNvPr id="12" name="Next window">
            <a:extLst xmlns:a="http://schemas.openxmlformats.org/drawingml/2006/main">
              <a:ext uri="{FF2B5EF4-FFF2-40B4-BE49-F238E27FC236}">
                <a16:creationId xmlns:a16="http://schemas.microsoft.com/office/drawing/2014/main" id="{A3841BFD-210D-469B-BF89-471BEAD07FF4}"/>
              </a:ext>
            </a:extLst>
          </p:cNvPr>
          <p:cNvSpPr>
            <a:spLocks xmlns:a="http://schemas.openxmlformats.org/drawingml/2006/main" noGrp="1"/>
          </p:cNvSpPr>
          <p:nvPr/>
        </p:nvSpPr>
        <p:spPr>
          <a:xfrm xmlns:a="http://schemas.openxmlformats.org/drawingml/2006/main">
            <a:off x="931545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cxnSp>
        <p:nvCxnSpPr>
          <p:cNvPr id="33" name=""/>
          <p:cNvCxnSpPr>
            <a:stCxn xmlns:a="http://schemas.openxmlformats.org/drawingml/2006/main" id="6" idx="3"/>
            <a:endCxn xmlns:a="http://schemas.openxmlformats.org/drawingml/2006/main" id="10" idx="1"/>
          </p:cNvCxnSpPr>
          <p:nvPr/>
        </p:nvCxnSpPr>
        <p:spPr>
          <a:xfrm xmlns:a="http://schemas.openxmlformats.org/drawingml/2006/main">
            <a:off x="8620125"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4" name="diagram">
            <a:extLst xmlns:a="http://schemas.openxmlformats.org/drawingml/2006/main">
              <a:ext uri="{FF2B5EF4-FFF2-40B4-BE49-F238E27FC236}">
                <a16:creationId xmlns:a16="http://schemas.microsoft.com/office/drawing/2014/main" id="{AB060717-0019-497F-A7DE-FF6B1269F7F7}"/>
              </a:ext>
            </a:extLst>
          </p:cNvPr>
          <p:cNvSpPr>
            <a:spLocks xmlns:a="http://schemas.openxmlformats.org/drawingml/2006/main" noGrp="1"/>
          </p:cNvSpPr>
          <p:nvPr/>
        </p:nvSpPr>
        <p:spPr>
          <a:xfrm xmlns:a="http://schemas.openxmlformats.org/drawingml/2006/main">
            <a:off x="13192125"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15" name="12–16 s">
            <a:extLst xmlns:a="http://schemas.openxmlformats.org/drawingml/2006/main">
              <a:ext uri="{FF2B5EF4-FFF2-40B4-BE49-F238E27FC236}">
                <a16:creationId xmlns:a16="http://schemas.microsoft.com/office/drawing/2014/main" id="{C45B61FD-74FB-4347-A564-519D200489A2}"/>
              </a:ext>
            </a:extLst>
          </p:cNvPr>
          <p:cNvSpPr>
            <a:spLocks xmlns:a="http://schemas.openxmlformats.org/drawingml/2006/main" noGrp="1"/>
          </p:cNvSpPr>
          <p:nvPr/>
        </p:nvSpPr>
        <p:spPr>
          <a:xfrm xmlns:a="http://schemas.openxmlformats.org/drawingml/2006/main">
            <a:off x="1336357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12–16 s</a:t>
            </a:r>
          </a:p>
        </p:txBody>
      </p:sp>
      <p:sp>
        <p:nvSpPr>
          <p:cNvPr id="16" name="Next window">
            <a:extLst xmlns:a="http://schemas.openxmlformats.org/drawingml/2006/main">
              <a:ext uri="{FF2B5EF4-FFF2-40B4-BE49-F238E27FC236}">
                <a16:creationId xmlns:a16="http://schemas.microsoft.com/office/drawing/2014/main" id="{866071A2-7DC8-45E5-B3CA-9BEE6BAD884F}"/>
              </a:ext>
            </a:extLst>
          </p:cNvPr>
          <p:cNvSpPr>
            <a:spLocks xmlns:a="http://schemas.openxmlformats.org/drawingml/2006/main" noGrp="1"/>
          </p:cNvSpPr>
          <p:nvPr/>
        </p:nvSpPr>
        <p:spPr>
          <a:xfrm xmlns:a="http://schemas.openxmlformats.org/drawingml/2006/main">
            <a:off x="1336357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cxnSp>
        <p:nvCxnSpPr>
          <p:cNvPr id="37" name=""/>
          <p:cNvCxnSpPr>
            <a:stCxn xmlns:a="http://schemas.openxmlformats.org/drawingml/2006/main" id="10" idx="3"/>
            <a:endCxn xmlns:a="http://schemas.openxmlformats.org/drawingml/2006/main" id="14" idx="1"/>
          </p:cNvCxnSpPr>
          <p:nvPr/>
        </p:nvCxnSpPr>
        <p:spPr>
          <a:xfrm xmlns:a="http://schemas.openxmlformats.org/drawingml/2006/main">
            <a:off x="1266825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8" name="0 / 4 confirmed">
            <a:extLst xmlns:a="http://schemas.openxmlformats.org/drawingml/2006/main">
              <a:ext uri="{FF2B5EF4-FFF2-40B4-BE49-F238E27FC236}">
                <a16:creationId xmlns:a16="http://schemas.microsoft.com/office/drawing/2014/main" id="{6CC4DF02-34AC-432D-B947-4723D8E5A97D}"/>
              </a:ext>
            </a:extLst>
          </p:cNvPr>
          <p:cNvSpPr>
            <a:spLocks xmlns:a="http://schemas.openxmlformats.org/drawingml/2006/main" noGrp="1"/>
          </p:cNvSpPr>
          <p:nvPr/>
        </p:nvSpPr>
        <p:spPr>
          <a:xfrm xmlns:a="http://schemas.openxmlformats.org/drawingml/2006/main">
            <a:off x="1047750" y="7000875"/>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75" b="1">
                <a:solidFill>
                  <a:srgbClr val="191A18"/>
                </a:solidFill>
                <a:latin typeface="Poppins"/>
                <a:ea typeface="Poppins"/>
                <a:cs typeface="Poppins"/>
              </a:defRPr>
            </a:pPr>
            <a:r>
              <a:rPr sz="4875" b="1">
                <a:solidFill>
                  <a:srgbClr val="191A18"/>
                </a:solidFill>
                <a:latin typeface="Poppins"/>
                <a:ea typeface="Poppins"/>
                <a:cs typeface="Poppins"/>
              </a:rPr>
              <a:t>0 / 4 confirmed</a:t>
            </a:r>
          </a:p>
        </p:txBody>
      </p:sp>
      <p:sp>
        <p:nvSpPr>
          <p:cNvPr id="19" name="Wait for sustained evidence">
            <a:extLst xmlns:a="http://schemas.openxmlformats.org/drawingml/2006/main">
              <a:ext uri="{FF2B5EF4-FFF2-40B4-BE49-F238E27FC236}">
                <a16:creationId xmlns:a16="http://schemas.microsoft.com/office/drawing/2014/main" id="{86F6C84B-A4C7-4B22-A504-5A0BC1C3C5E7}"/>
              </a:ext>
            </a:extLst>
          </p:cNvPr>
          <p:cNvSpPr>
            <a:spLocks xmlns:a="http://schemas.openxmlformats.org/drawingml/2006/main" noGrp="1"/>
          </p:cNvSpPr>
          <p:nvPr/>
        </p:nvSpPr>
        <p:spPr>
          <a:xfrm xmlns:a="http://schemas.openxmlformats.org/drawingml/2006/main">
            <a:off x="1047750" y="8210550"/>
            <a:ext cx="1381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0">
                <a:solidFill>
                  <a:srgbClr val="5A5D59"/>
                </a:solidFill>
                <a:latin typeface="Poppins"/>
                <a:ea typeface="Poppins"/>
                <a:cs typeface="Poppins"/>
              </a:defRPr>
            </a:pPr>
            <a:r>
              <a:rPr sz="3600" b="0">
                <a:solidFill>
                  <a:srgbClr val="5A5D59"/>
                </a:solidFill>
                <a:latin typeface="Poppins"/>
                <a:ea typeface="Poppins"/>
                <a:cs typeface="Poppins"/>
              </a:rPr>
              <a:t>Wait for sustained evidence</a:t>
            </a:r>
          </a:p>
        </p:txBody>
      </p:sp>
      <p:sp>
        <p:nvSpPr>
          <p:cNvPr id="20" name="Current detector: 4-second non-overlapping windows">
            <a:extLst xmlns:a="http://schemas.openxmlformats.org/drawingml/2006/main">
              <a:ext uri="{FF2B5EF4-FFF2-40B4-BE49-F238E27FC236}">
                <a16:creationId xmlns:a16="http://schemas.microsoft.com/office/drawing/2014/main" id="{8D7A7B0E-100F-4358-B94C-BA2B5FEE3A04}"/>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Current detector: 4-second non-overlapping windows • illustrative signal sequence</a:t>
            </a:r>
          </a:p>
        </p:txBody>
      </p:sp>
    </p:spTree>
    <p:extLst>
      <p:ext uri="{BB962C8B-B14F-4D97-AF65-F5344CB8AC3E}">
        <p14:creationId xmlns:p14="http://schemas.microsoft.com/office/powerpoint/2010/main" val="906400046"/>
      </p:ext>
    </p:extLst>
  </p:cSld>
</p:sld>
</file>

<file path=ppt/slides/slide2.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1" name="Four fresh windows confirm one event">
            <a:extLst xmlns:a="http://schemas.openxmlformats.org/drawingml/2006/main">
              <a:ext uri="{FF2B5EF4-FFF2-40B4-BE49-F238E27FC236}">
                <a16:creationId xmlns:a16="http://schemas.microsoft.com/office/drawing/2014/main" id="{A3EA2064-55B7-4306-B16F-E73A4F5CB453}"/>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Four fresh windows confirm one event</a:t>
            </a:r>
          </a:p>
        </p:txBody>
      </p:sp>
      <p:sp>
        <p:nvSpPr>
          <p:cNvPr id="2" name="Each window uses new EEG samples. A dip below the ">
            <a:extLst xmlns:a="http://schemas.openxmlformats.org/drawingml/2006/main">
              <a:ext uri="{FF2B5EF4-FFF2-40B4-BE49-F238E27FC236}">
                <a16:creationId xmlns:a16="http://schemas.microsoft.com/office/drawing/2014/main" id="{3DC190F1-E3CC-44DF-BE3B-E3E6BEC24EA8}"/>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Each window uses new EEG samples. A dip below the threshold resets the count.</a:t>
            </a:r>
          </a:p>
        </p:txBody>
      </p:sp>
      <p:sp>
        <p:nvSpPr>
          <p:cNvPr id="3" name="diagram">
            <a:extLst xmlns:a="http://schemas.openxmlformats.org/drawingml/2006/main">
              <a:ext uri="{FF2B5EF4-FFF2-40B4-BE49-F238E27FC236}">
                <a16:creationId xmlns:a16="http://schemas.microsoft.com/office/drawing/2014/main" id="{F679CD6C-A523-4591-A9AC-1E7CE9E03169}"/>
              </a:ext>
            </a:extLst>
          </p:cNvPr>
          <p:cNvSpPr>
            <a:spLocks xmlns:a="http://schemas.openxmlformats.org/drawingml/2006/main" noGrp="1"/>
          </p:cNvSpPr>
          <p:nvPr/>
        </p:nvSpPr>
        <p:spPr>
          <a:xfrm xmlns:a="http://schemas.openxmlformats.org/drawingml/2006/main">
            <a:off x="104775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4" name="0–4 s">
            <a:extLst xmlns:a="http://schemas.openxmlformats.org/drawingml/2006/main">
              <a:ext uri="{FF2B5EF4-FFF2-40B4-BE49-F238E27FC236}">
                <a16:creationId xmlns:a16="http://schemas.microsoft.com/office/drawing/2014/main" id="{2F76C237-A56F-478C-8AC5-F4A34A4ECFD2}"/>
              </a:ext>
            </a:extLst>
          </p:cNvPr>
          <p:cNvSpPr>
            <a:spLocks xmlns:a="http://schemas.openxmlformats.org/drawingml/2006/main" noGrp="1"/>
          </p:cNvSpPr>
          <p:nvPr/>
        </p:nvSpPr>
        <p:spPr>
          <a:xfrm xmlns:a="http://schemas.openxmlformats.org/drawingml/2006/main">
            <a:off x="121920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0–4 s</a:t>
            </a:r>
          </a:p>
        </p:txBody>
      </p:sp>
      <p:sp>
        <p:nvSpPr>
          <p:cNvPr id="5" name="Elevated">
            <a:extLst xmlns:a="http://schemas.openxmlformats.org/drawingml/2006/main">
              <a:ext uri="{FF2B5EF4-FFF2-40B4-BE49-F238E27FC236}">
                <a16:creationId xmlns:a16="http://schemas.microsoft.com/office/drawing/2014/main" id="{A593FFD6-0398-4D6A-B173-F911E118A412}"/>
              </a:ext>
            </a:extLst>
          </p:cNvPr>
          <p:cNvSpPr>
            <a:spLocks xmlns:a="http://schemas.openxmlformats.org/drawingml/2006/main" noGrp="1"/>
          </p:cNvSpPr>
          <p:nvPr/>
        </p:nvSpPr>
        <p:spPr>
          <a:xfrm xmlns:a="http://schemas.openxmlformats.org/drawingml/2006/main">
            <a:off x="121920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sp>
        <p:nvSpPr>
          <p:cNvPr id="6" name="diagram">
            <a:extLst xmlns:a="http://schemas.openxmlformats.org/drawingml/2006/main">
              <a:ext uri="{FF2B5EF4-FFF2-40B4-BE49-F238E27FC236}">
                <a16:creationId xmlns:a16="http://schemas.microsoft.com/office/drawing/2014/main" id="{F2A4702B-E7F2-4E31-8913-E3C181D32597}"/>
              </a:ext>
            </a:extLst>
          </p:cNvPr>
          <p:cNvSpPr>
            <a:spLocks xmlns:a="http://schemas.openxmlformats.org/drawingml/2006/main" noGrp="1"/>
          </p:cNvSpPr>
          <p:nvPr/>
        </p:nvSpPr>
        <p:spPr>
          <a:xfrm xmlns:a="http://schemas.openxmlformats.org/drawingml/2006/main">
            <a:off x="5095875"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7" name="4–8 s">
            <a:extLst xmlns:a="http://schemas.openxmlformats.org/drawingml/2006/main">
              <a:ext uri="{FF2B5EF4-FFF2-40B4-BE49-F238E27FC236}">
                <a16:creationId xmlns:a16="http://schemas.microsoft.com/office/drawing/2014/main" id="{935E5FCD-0C99-4D92-9FAC-BA15EC6A5F70}"/>
              </a:ext>
            </a:extLst>
          </p:cNvPr>
          <p:cNvSpPr>
            <a:spLocks xmlns:a="http://schemas.openxmlformats.org/drawingml/2006/main" noGrp="1"/>
          </p:cNvSpPr>
          <p:nvPr/>
        </p:nvSpPr>
        <p:spPr>
          <a:xfrm xmlns:a="http://schemas.openxmlformats.org/drawingml/2006/main">
            <a:off x="526732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4–8 s</a:t>
            </a:r>
          </a:p>
        </p:txBody>
      </p:sp>
      <p:sp>
        <p:nvSpPr>
          <p:cNvPr id="8" name="Next window">
            <a:extLst xmlns:a="http://schemas.openxmlformats.org/drawingml/2006/main">
              <a:ext uri="{FF2B5EF4-FFF2-40B4-BE49-F238E27FC236}">
                <a16:creationId xmlns:a16="http://schemas.microsoft.com/office/drawing/2014/main" id="{6ACD9247-F387-4DD8-975D-86A842538A3B}"/>
              </a:ext>
            </a:extLst>
          </p:cNvPr>
          <p:cNvSpPr>
            <a:spLocks xmlns:a="http://schemas.openxmlformats.org/drawingml/2006/main" noGrp="1"/>
          </p:cNvSpPr>
          <p:nvPr/>
        </p:nvSpPr>
        <p:spPr>
          <a:xfrm xmlns:a="http://schemas.openxmlformats.org/drawingml/2006/main">
            <a:off x="526732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457200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0" name="diagram">
            <a:extLst xmlns:a="http://schemas.openxmlformats.org/drawingml/2006/main">
              <a:ext uri="{FF2B5EF4-FFF2-40B4-BE49-F238E27FC236}">
                <a16:creationId xmlns:a16="http://schemas.microsoft.com/office/drawing/2014/main" id="{23F197D3-655C-4D13-85E4-4C6F95861C3F}"/>
              </a:ext>
            </a:extLst>
          </p:cNvPr>
          <p:cNvSpPr>
            <a:spLocks xmlns:a="http://schemas.openxmlformats.org/drawingml/2006/main" noGrp="1"/>
          </p:cNvSpPr>
          <p:nvPr/>
        </p:nvSpPr>
        <p:spPr>
          <a:xfrm xmlns:a="http://schemas.openxmlformats.org/drawingml/2006/main">
            <a:off x="9144000"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11" name="8–12 s">
            <a:extLst xmlns:a="http://schemas.openxmlformats.org/drawingml/2006/main">
              <a:ext uri="{FF2B5EF4-FFF2-40B4-BE49-F238E27FC236}">
                <a16:creationId xmlns:a16="http://schemas.microsoft.com/office/drawing/2014/main" id="{9175DE41-736F-499A-AD55-625B2B0196F6}"/>
              </a:ext>
            </a:extLst>
          </p:cNvPr>
          <p:cNvSpPr>
            <a:spLocks xmlns:a="http://schemas.openxmlformats.org/drawingml/2006/main" noGrp="1"/>
          </p:cNvSpPr>
          <p:nvPr/>
        </p:nvSpPr>
        <p:spPr>
          <a:xfrm xmlns:a="http://schemas.openxmlformats.org/drawingml/2006/main">
            <a:off x="931545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8–12 s</a:t>
            </a:r>
          </a:p>
        </p:txBody>
      </p:sp>
      <p:sp>
        <p:nvSpPr>
          <p:cNvPr id="12" name="Next window">
            <a:extLst xmlns:a="http://schemas.openxmlformats.org/drawingml/2006/main">
              <a:ext uri="{FF2B5EF4-FFF2-40B4-BE49-F238E27FC236}">
                <a16:creationId xmlns:a16="http://schemas.microsoft.com/office/drawing/2014/main" id="{444C8C2B-02F5-46A4-9A65-4B8E13610E3F}"/>
              </a:ext>
            </a:extLst>
          </p:cNvPr>
          <p:cNvSpPr>
            <a:spLocks xmlns:a="http://schemas.openxmlformats.org/drawingml/2006/main" noGrp="1"/>
          </p:cNvSpPr>
          <p:nvPr/>
        </p:nvSpPr>
        <p:spPr>
          <a:xfrm xmlns:a="http://schemas.openxmlformats.org/drawingml/2006/main">
            <a:off x="931545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cxnSp>
        <p:nvCxnSpPr>
          <p:cNvPr id="33" name=""/>
          <p:cNvCxnSpPr>
            <a:stCxn xmlns:a="http://schemas.openxmlformats.org/drawingml/2006/main" id="6" idx="3"/>
            <a:endCxn xmlns:a="http://schemas.openxmlformats.org/drawingml/2006/main" id="10" idx="1"/>
          </p:cNvCxnSpPr>
          <p:nvPr/>
        </p:nvCxnSpPr>
        <p:spPr>
          <a:xfrm xmlns:a="http://schemas.openxmlformats.org/drawingml/2006/main">
            <a:off x="8620125"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4" name="diagram">
            <a:extLst xmlns:a="http://schemas.openxmlformats.org/drawingml/2006/main">
              <a:ext uri="{FF2B5EF4-FFF2-40B4-BE49-F238E27FC236}">
                <a16:creationId xmlns:a16="http://schemas.microsoft.com/office/drawing/2014/main" id="{11AA013F-161D-4563-A1CC-376A81CD2AA2}"/>
              </a:ext>
            </a:extLst>
          </p:cNvPr>
          <p:cNvSpPr>
            <a:spLocks xmlns:a="http://schemas.openxmlformats.org/drawingml/2006/main" noGrp="1"/>
          </p:cNvSpPr>
          <p:nvPr/>
        </p:nvSpPr>
        <p:spPr>
          <a:xfrm xmlns:a="http://schemas.openxmlformats.org/drawingml/2006/main">
            <a:off x="13192125"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15" name="12–16 s">
            <a:extLst xmlns:a="http://schemas.openxmlformats.org/drawingml/2006/main">
              <a:ext uri="{FF2B5EF4-FFF2-40B4-BE49-F238E27FC236}">
                <a16:creationId xmlns:a16="http://schemas.microsoft.com/office/drawing/2014/main" id="{F2EE2170-2BE7-4A62-AD47-05B08AE8B4A4}"/>
              </a:ext>
            </a:extLst>
          </p:cNvPr>
          <p:cNvSpPr>
            <a:spLocks xmlns:a="http://schemas.openxmlformats.org/drawingml/2006/main" noGrp="1"/>
          </p:cNvSpPr>
          <p:nvPr/>
        </p:nvSpPr>
        <p:spPr>
          <a:xfrm xmlns:a="http://schemas.openxmlformats.org/drawingml/2006/main">
            <a:off x="1336357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12–16 s</a:t>
            </a:r>
          </a:p>
        </p:txBody>
      </p:sp>
      <p:sp>
        <p:nvSpPr>
          <p:cNvPr id="16" name="Next window">
            <a:extLst xmlns:a="http://schemas.openxmlformats.org/drawingml/2006/main">
              <a:ext uri="{FF2B5EF4-FFF2-40B4-BE49-F238E27FC236}">
                <a16:creationId xmlns:a16="http://schemas.microsoft.com/office/drawing/2014/main" id="{167CF61D-FD2D-4AFC-86CC-C5794D1B7F28}"/>
              </a:ext>
            </a:extLst>
          </p:cNvPr>
          <p:cNvSpPr>
            <a:spLocks xmlns:a="http://schemas.openxmlformats.org/drawingml/2006/main" noGrp="1"/>
          </p:cNvSpPr>
          <p:nvPr/>
        </p:nvSpPr>
        <p:spPr>
          <a:xfrm xmlns:a="http://schemas.openxmlformats.org/drawingml/2006/main">
            <a:off x="1336357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cxnSp>
        <p:nvCxnSpPr>
          <p:cNvPr id="37" name=""/>
          <p:cNvCxnSpPr>
            <a:stCxn xmlns:a="http://schemas.openxmlformats.org/drawingml/2006/main" id="10" idx="3"/>
            <a:endCxn xmlns:a="http://schemas.openxmlformats.org/drawingml/2006/main" id="14" idx="1"/>
          </p:cNvCxnSpPr>
          <p:nvPr/>
        </p:nvCxnSpPr>
        <p:spPr>
          <a:xfrm xmlns:a="http://schemas.openxmlformats.org/drawingml/2006/main">
            <a:off x="1266825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8" name="1 / 4 confirmed">
            <a:extLst xmlns:a="http://schemas.openxmlformats.org/drawingml/2006/main">
              <a:ext uri="{FF2B5EF4-FFF2-40B4-BE49-F238E27FC236}">
                <a16:creationId xmlns:a16="http://schemas.microsoft.com/office/drawing/2014/main" id="{49EDE639-0FCE-47FE-B3B2-2A3F143AA3BC}"/>
              </a:ext>
            </a:extLst>
          </p:cNvPr>
          <p:cNvSpPr>
            <a:spLocks xmlns:a="http://schemas.openxmlformats.org/drawingml/2006/main" noGrp="1"/>
          </p:cNvSpPr>
          <p:nvPr/>
        </p:nvSpPr>
        <p:spPr>
          <a:xfrm xmlns:a="http://schemas.openxmlformats.org/drawingml/2006/main">
            <a:off x="1047750" y="7000875"/>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75" b="1">
                <a:solidFill>
                  <a:srgbClr val="191A18"/>
                </a:solidFill>
                <a:latin typeface="Poppins"/>
                <a:ea typeface="Poppins"/>
                <a:cs typeface="Poppins"/>
              </a:defRPr>
            </a:pPr>
            <a:r>
              <a:rPr sz="4875" b="1">
                <a:solidFill>
                  <a:srgbClr val="191A18"/>
                </a:solidFill>
                <a:latin typeface="Poppins"/>
                <a:ea typeface="Poppins"/>
                <a:cs typeface="Poppins"/>
              </a:rPr>
              <a:t>1 / 4 confirmed</a:t>
            </a:r>
          </a:p>
        </p:txBody>
      </p:sp>
      <p:sp>
        <p:nvSpPr>
          <p:cNvPr id="19" name="Wait for sustained evidence">
            <a:extLst xmlns:a="http://schemas.openxmlformats.org/drawingml/2006/main">
              <a:ext uri="{FF2B5EF4-FFF2-40B4-BE49-F238E27FC236}">
                <a16:creationId xmlns:a16="http://schemas.microsoft.com/office/drawing/2014/main" id="{563340EF-1E21-4564-8DDA-643D45A390EA}"/>
              </a:ext>
            </a:extLst>
          </p:cNvPr>
          <p:cNvSpPr>
            <a:spLocks xmlns:a="http://schemas.openxmlformats.org/drawingml/2006/main" noGrp="1"/>
          </p:cNvSpPr>
          <p:nvPr/>
        </p:nvSpPr>
        <p:spPr>
          <a:xfrm xmlns:a="http://schemas.openxmlformats.org/drawingml/2006/main">
            <a:off x="1047750" y="8210550"/>
            <a:ext cx="1381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0">
                <a:solidFill>
                  <a:srgbClr val="5A5D59"/>
                </a:solidFill>
                <a:latin typeface="Poppins"/>
                <a:ea typeface="Poppins"/>
                <a:cs typeface="Poppins"/>
              </a:defRPr>
            </a:pPr>
            <a:r>
              <a:rPr sz="3600" b="0">
                <a:solidFill>
                  <a:srgbClr val="5A5D59"/>
                </a:solidFill>
                <a:latin typeface="Poppins"/>
                <a:ea typeface="Poppins"/>
                <a:cs typeface="Poppins"/>
              </a:rPr>
              <a:t>Wait for sustained evidence</a:t>
            </a:r>
          </a:p>
        </p:txBody>
      </p:sp>
      <p:sp>
        <p:nvSpPr>
          <p:cNvPr id="20" name="Current detector: 4-second non-overlapping windows">
            <a:extLst xmlns:a="http://schemas.openxmlformats.org/drawingml/2006/main">
              <a:ext uri="{FF2B5EF4-FFF2-40B4-BE49-F238E27FC236}">
                <a16:creationId xmlns:a16="http://schemas.microsoft.com/office/drawing/2014/main" id="{991D35F0-80D2-46E6-9A09-40F03D0BA836}"/>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Current detector: 4-second non-overlapping windows • illustrative signal sequence</a:t>
            </a:r>
          </a:p>
        </p:txBody>
      </p:sp>
    </p:spTree>
    <p:extLst>
      <p:ext uri="{BB962C8B-B14F-4D97-AF65-F5344CB8AC3E}">
        <p14:creationId xmlns:p14="http://schemas.microsoft.com/office/powerpoint/2010/main" val="1680579937"/>
      </p:ext>
    </p:extLst>
  </p:cSld>
</p:sld>
</file>

<file path=ppt/slides/slide3.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1" name="Four fresh windows confirm one event">
            <a:extLst xmlns:a="http://schemas.openxmlformats.org/drawingml/2006/main">
              <a:ext uri="{FF2B5EF4-FFF2-40B4-BE49-F238E27FC236}">
                <a16:creationId xmlns:a16="http://schemas.microsoft.com/office/drawing/2014/main" id="{6E077E54-3197-4A09-B347-37BF26C30E6B}"/>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Four fresh windows confirm one event</a:t>
            </a:r>
          </a:p>
        </p:txBody>
      </p:sp>
      <p:sp>
        <p:nvSpPr>
          <p:cNvPr id="2" name="Each window uses new EEG samples. A dip below the ">
            <a:extLst xmlns:a="http://schemas.openxmlformats.org/drawingml/2006/main">
              <a:ext uri="{FF2B5EF4-FFF2-40B4-BE49-F238E27FC236}">
                <a16:creationId xmlns:a16="http://schemas.microsoft.com/office/drawing/2014/main" id="{BE80FA36-2AFC-4DF2-9CE8-A6B8B0160680}"/>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Each window uses new EEG samples. A dip below the threshold resets the count.</a:t>
            </a:r>
          </a:p>
        </p:txBody>
      </p:sp>
      <p:sp>
        <p:nvSpPr>
          <p:cNvPr id="3" name="diagram">
            <a:extLst xmlns:a="http://schemas.openxmlformats.org/drawingml/2006/main">
              <a:ext uri="{FF2B5EF4-FFF2-40B4-BE49-F238E27FC236}">
                <a16:creationId xmlns:a16="http://schemas.microsoft.com/office/drawing/2014/main" id="{1A3B64B4-4838-4A82-850F-AED31EF3144B}"/>
              </a:ext>
            </a:extLst>
          </p:cNvPr>
          <p:cNvSpPr>
            <a:spLocks xmlns:a="http://schemas.openxmlformats.org/drawingml/2006/main" noGrp="1"/>
          </p:cNvSpPr>
          <p:nvPr/>
        </p:nvSpPr>
        <p:spPr>
          <a:xfrm xmlns:a="http://schemas.openxmlformats.org/drawingml/2006/main">
            <a:off x="104775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4" name="0–4 s">
            <a:extLst xmlns:a="http://schemas.openxmlformats.org/drawingml/2006/main">
              <a:ext uri="{FF2B5EF4-FFF2-40B4-BE49-F238E27FC236}">
                <a16:creationId xmlns:a16="http://schemas.microsoft.com/office/drawing/2014/main" id="{47EDF487-03F5-4A5D-B212-2FA21FD6F034}"/>
              </a:ext>
            </a:extLst>
          </p:cNvPr>
          <p:cNvSpPr>
            <a:spLocks xmlns:a="http://schemas.openxmlformats.org/drawingml/2006/main" noGrp="1"/>
          </p:cNvSpPr>
          <p:nvPr/>
        </p:nvSpPr>
        <p:spPr>
          <a:xfrm xmlns:a="http://schemas.openxmlformats.org/drawingml/2006/main">
            <a:off x="121920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0–4 s</a:t>
            </a:r>
          </a:p>
        </p:txBody>
      </p:sp>
      <p:sp>
        <p:nvSpPr>
          <p:cNvPr id="5" name="Elevated">
            <a:extLst xmlns:a="http://schemas.openxmlformats.org/drawingml/2006/main">
              <a:ext uri="{FF2B5EF4-FFF2-40B4-BE49-F238E27FC236}">
                <a16:creationId xmlns:a16="http://schemas.microsoft.com/office/drawing/2014/main" id="{49A46E16-E4FD-4851-B060-DDBD1C458108}"/>
              </a:ext>
            </a:extLst>
          </p:cNvPr>
          <p:cNvSpPr>
            <a:spLocks xmlns:a="http://schemas.openxmlformats.org/drawingml/2006/main" noGrp="1"/>
          </p:cNvSpPr>
          <p:nvPr/>
        </p:nvSpPr>
        <p:spPr>
          <a:xfrm xmlns:a="http://schemas.openxmlformats.org/drawingml/2006/main">
            <a:off x="121920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sp>
        <p:nvSpPr>
          <p:cNvPr id="6" name="diagram">
            <a:extLst xmlns:a="http://schemas.openxmlformats.org/drawingml/2006/main">
              <a:ext uri="{FF2B5EF4-FFF2-40B4-BE49-F238E27FC236}">
                <a16:creationId xmlns:a16="http://schemas.microsoft.com/office/drawing/2014/main" id="{C07E0710-9BC7-4B36-AA04-041CCE1A62A1}"/>
              </a:ext>
            </a:extLst>
          </p:cNvPr>
          <p:cNvSpPr>
            <a:spLocks xmlns:a="http://schemas.openxmlformats.org/drawingml/2006/main" noGrp="1"/>
          </p:cNvSpPr>
          <p:nvPr/>
        </p:nvSpPr>
        <p:spPr>
          <a:xfrm xmlns:a="http://schemas.openxmlformats.org/drawingml/2006/main">
            <a:off x="509587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7" name="4–8 s">
            <a:extLst xmlns:a="http://schemas.openxmlformats.org/drawingml/2006/main">
              <a:ext uri="{FF2B5EF4-FFF2-40B4-BE49-F238E27FC236}">
                <a16:creationId xmlns:a16="http://schemas.microsoft.com/office/drawing/2014/main" id="{04314F27-D43E-410A-8A21-A1C9067478E5}"/>
              </a:ext>
            </a:extLst>
          </p:cNvPr>
          <p:cNvSpPr>
            <a:spLocks xmlns:a="http://schemas.openxmlformats.org/drawingml/2006/main" noGrp="1"/>
          </p:cNvSpPr>
          <p:nvPr/>
        </p:nvSpPr>
        <p:spPr>
          <a:xfrm xmlns:a="http://schemas.openxmlformats.org/drawingml/2006/main">
            <a:off x="526732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4–8 s</a:t>
            </a:r>
          </a:p>
        </p:txBody>
      </p:sp>
      <p:sp>
        <p:nvSpPr>
          <p:cNvPr id="8" name="Elevated">
            <a:extLst xmlns:a="http://schemas.openxmlformats.org/drawingml/2006/main">
              <a:ext uri="{FF2B5EF4-FFF2-40B4-BE49-F238E27FC236}">
                <a16:creationId xmlns:a16="http://schemas.microsoft.com/office/drawing/2014/main" id="{2B1DF185-CB10-4755-9E42-CB305453683D}"/>
              </a:ext>
            </a:extLst>
          </p:cNvPr>
          <p:cNvSpPr>
            <a:spLocks xmlns:a="http://schemas.openxmlformats.org/drawingml/2006/main" noGrp="1"/>
          </p:cNvSpPr>
          <p:nvPr/>
        </p:nvSpPr>
        <p:spPr>
          <a:xfrm xmlns:a="http://schemas.openxmlformats.org/drawingml/2006/main">
            <a:off x="526732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457200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0" name="diagram">
            <a:extLst xmlns:a="http://schemas.openxmlformats.org/drawingml/2006/main">
              <a:ext uri="{FF2B5EF4-FFF2-40B4-BE49-F238E27FC236}">
                <a16:creationId xmlns:a16="http://schemas.microsoft.com/office/drawing/2014/main" id="{ED22980F-656B-463D-91AB-C19795BA8E4D}"/>
              </a:ext>
            </a:extLst>
          </p:cNvPr>
          <p:cNvSpPr>
            <a:spLocks xmlns:a="http://schemas.openxmlformats.org/drawingml/2006/main" noGrp="1"/>
          </p:cNvSpPr>
          <p:nvPr/>
        </p:nvSpPr>
        <p:spPr>
          <a:xfrm xmlns:a="http://schemas.openxmlformats.org/drawingml/2006/main">
            <a:off x="9144000"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11" name="8–12 s">
            <a:extLst xmlns:a="http://schemas.openxmlformats.org/drawingml/2006/main">
              <a:ext uri="{FF2B5EF4-FFF2-40B4-BE49-F238E27FC236}">
                <a16:creationId xmlns:a16="http://schemas.microsoft.com/office/drawing/2014/main" id="{DC60BF85-011B-4F29-8927-E1B078220263}"/>
              </a:ext>
            </a:extLst>
          </p:cNvPr>
          <p:cNvSpPr>
            <a:spLocks xmlns:a="http://schemas.openxmlformats.org/drawingml/2006/main" noGrp="1"/>
          </p:cNvSpPr>
          <p:nvPr/>
        </p:nvSpPr>
        <p:spPr>
          <a:xfrm xmlns:a="http://schemas.openxmlformats.org/drawingml/2006/main">
            <a:off x="931545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8–12 s</a:t>
            </a:r>
          </a:p>
        </p:txBody>
      </p:sp>
      <p:sp>
        <p:nvSpPr>
          <p:cNvPr id="12" name="Next window">
            <a:extLst xmlns:a="http://schemas.openxmlformats.org/drawingml/2006/main">
              <a:ext uri="{FF2B5EF4-FFF2-40B4-BE49-F238E27FC236}">
                <a16:creationId xmlns:a16="http://schemas.microsoft.com/office/drawing/2014/main" id="{C76A7172-A159-4766-A235-BD991CBF3178}"/>
              </a:ext>
            </a:extLst>
          </p:cNvPr>
          <p:cNvSpPr>
            <a:spLocks xmlns:a="http://schemas.openxmlformats.org/drawingml/2006/main" noGrp="1"/>
          </p:cNvSpPr>
          <p:nvPr/>
        </p:nvSpPr>
        <p:spPr>
          <a:xfrm xmlns:a="http://schemas.openxmlformats.org/drawingml/2006/main">
            <a:off x="931545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cxnSp>
        <p:nvCxnSpPr>
          <p:cNvPr id="33" name=""/>
          <p:cNvCxnSpPr>
            <a:stCxn xmlns:a="http://schemas.openxmlformats.org/drawingml/2006/main" id="6" idx="3"/>
            <a:endCxn xmlns:a="http://schemas.openxmlformats.org/drawingml/2006/main" id="10" idx="1"/>
          </p:cNvCxnSpPr>
          <p:nvPr/>
        </p:nvCxnSpPr>
        <p:spPr>
          <a:xfrm xmlns:a="http://schemas.openxmlformats.org/drawingml/2006/main">
            <a:off x="8620125"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4" name="diagram">
            <a:extLst xmlns:a="http://schemas.openxmlformats.org/drawingml/2006/main">
              <a:ext uri="{FF2B5EF4-FFF2-40B4-BE49-F238E27FC236}">
                <a16:creationId xmlns:a16="http://schemas.microsoft.com/office/drawing/2014/main" id="{020DB8F8-DAF9-4E28-9414-FB803E8693D0}"/>
              </a:ext>
            </a:extLst>
          </p:cNvPr>
          <p:cNvSpPr>
            <a:spLocks xmlns:a="http://schemas.openxmlformats.org/drawingml/2006/main" noGrp="1"/>
          </p:cNvSpPr>
          <p:nvPr/>
        </p:nvSpPr>
        <p:spPr>
          <a:xfrm xmlns:a="http://schemas.openxmlformats.org/drawingml/2006/main">
            <a:off x="13192125"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15" name="12–16 s">
            <a:extLst xmlns:a="http://schemas.openxmlformats.org/drawingml/2006/main">
              <a:ext uri="{FF2B5EF4-FFF2-40B4-BE49-F238E27FC236}">
                <a16:creationId xmlns:a16="http://schemas.microsoft.com/office/drawing/2014/main" id="{DCA86288-03FE-4645-9EAA-CD1C825AEEB7}"/>
              </a:ext>
            </a:extLst>
          </p:cNvPr>
          <p:cNvSpPr>
            <a:spLocks xmlns:a="http://schemas.openxmlformats.org/drawingml/2006/main" noGrp="1"/>
          </p:cNvSpPr>
          <p:nvPr/>
        </p:nvSpPr>
        <p:spPr>
          <a:xfrm xmlns:a="http://schemas.openxmlformats.org/drawingml/2006/main">
            <a:off x="1336357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12–16 s</a:t>
            </a:r>
          </a:p>
        </p:txBody>
      </p:sp>
      <p:sp>
        <p:nvSpPr>
          <p:cNvPr id="16" name="Next window">
            <a:extLst xmlns:a="http://schemas.openxmlformats.org/drawingml/2006/main">
              <a:ext uri="{FF2B5EF4-FFF2-40B4-BE49-F238E27FC236}">
                <a16:creationId xmlns:a16="http://schemas.microsoft.com/office/drawing/2014/main" id="{27000632-86E5-4CA2-9E6D-72CD35CD1481}"/>
              </a:ext>
            </a:extLst>
          </p:cNvPr>
          <p:cNvSpPr>
            <a:spLocks xmlns:a="http://schemas.openxmlformats.org/drawingml/2006/main" noGrp="1"/>
          </p:cNvSpPr>
          <p:nvPr/>
        </p:nvSpPr>
        <p:spPr>
          <a:xfrm xmlns:a="http://schemas.openxmlformats.org/drawingml/2006/main">
            <a:off x="1336357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cxnSp>
        <p:nvCxnSpPr>
          <p:cNvPr id="37" name=""/>
          <p:cNvCxnSpPr>
            <a:stCxn xmlns:a="http://schemas.openxmlformats.org/drawingml/2006/main" id="10" idx="3"/>
            <a:endCxn xmlns:a="http://schemas.openxmlformats.org/drawingml/2006/main" id="14" idx="1"/>
          </p:cNvCxnSpPr>
          <p:nvPr/>
        </p:nvCxnSpPr>
        <p:spPr>
          <a:xfrm xmlns:a="http://schemas.openxmlformats.org/drawingml/2006/main">
            <a:off x="1266825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8" name="2 / 4 confirmed">
            <a:extLst xmlns:a="http://schemas.openxmlformats.org/drawingml/2006/main">
              <a:ext uri="{FF2B5EF4-FFF2-40B4-BE49-F238E27FC236}">
                <a16:creationId xmlns:a16="http://schemas.microsoft.com/office/drawing/2014/main" id="{F3F465E1-1DFF-45DA-88CD-827311442631}"/>
              </a:ext>
            </a:extLst>
          </p:cNvPr>
          <p:cNvSpPr>
            <a:spLocks xmlns:a="http://schemas.openxmlformats.org/drawingml/2006/main" noGrp="1"/>
          </p:cNvSpPr>
          <p:nvPr/>
        </p:nvSpPr>
        <p:spPr>
          <a:xfrm xmlns:a="http://schemas.openxmlformats.org/drawingml/2006/main">
            <a:off x="1047750" y="7000875"/>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75" b="1">
                <a:solidFill>
                  <a:srgbClr val="191A18"/>
                </a:solidFill>
                <a:latin typeface="Poppins"/>
                <a:ea typeface="Poppins"/>
                <a:cs typeface="Poppins"/>
              </a:defRPr>
            </a:pPr>
            <a:r>
              <a:rPr sz="4875" b="1">
                <a:solidFill>
                  <a:srgbClr val="191A18"/>
                </a:solidFill>
                <a:latin typeface="Poppins"/>
                <a:ea typeface="Poppins"/>
                <a:cs typeface="Poppins"/>
              </a:rPr>
              <a:t>2 / 4 confirmed</a:t>
            </a:r>
          </a:p>
        </p:txBody>
      </p:sp>
      <p:sp>
        <p:nvSpPr>
          <p:cNvPr id="19" name="Wait for sustained evidence">
            <a:extLst xmlns:a="http://schemas.openxmlformats.org/drawingml/2006/main">
              <a:ext uri="{FF2B5EF4-FFF2-40B4-BE49-F238E27FC236}">
                <a16:creationId xmlns:a16="http://schemas.microsoft.com/office/drawing/2014/main" id="{47678F90-5989-4933-A83C-08E1DB5313C2}"/>
              </a:ext>
            </a:extLst>
          </p:cNvPr>
          <p:cNvSpPr>
            <a:spLocks xmlns:a="http://schemas.openxmlformats.org/drawingml/2006/main" noGrp="1"/>
          </p:cNvSpPr>
          <p:nvPr/>
        </p:nvSpPr>
        <p:spPr>
          <a:xfrm xmlns:a="http://schemas.openxmlformats.org/drawingml/2006/main">
            <a:off x="1047750" y="8210550"/>
            <a:ext cx="1381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0">
                <a:solidFill>
                  <a:srgbClr val="5A5D59"/>
                </a:solidFill>
                <a:latin typeface="Poppins"/>
                <a:ea typeface="Poppins"/>
                <a:cs typeface="Poppins"/>
              </a:defRPr>
            </a:pPr>
            <a:r>
              <a:rPr sz="3600" b="0">
                <a:solidFill>
                  <a:srgbClr val="5A5D59"/>
                </a:solidFill>
                <a:latin typeface="Poppins"/>
                <a:ea typeface="Poppins"/>
                <a:cs typeface="Poppins"/>
              </a:rPr>
              <a:t>Wait for sustained evidence</a:t>
            </a:r>
          </a:p>
        </p:txBody>
      </p:sp>
      <p:sp>
        <p:nvSpPr>
          <p:cNvPr id="20" name="Current detector: 4-second non-overlapping windows">
            <a:extLst xmlns:a="http://schemas.openxmlformats.org/drawingml/2006/main">
              <a:ext uri="{FF2B5EF4-FFF2-40B4-BE49-F238E27FC236}">
                <a16:creationId xmlns:a16="http://schemas.microsoft.com/office/drawing/2014/main" id="{0F4874A9-0B52-4382-855D-4ED991D6F478}"/>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Current detector: 4-second non-overlapping windows • illustrative signal sequence</a:t>
            </a:r>
          </a:p>
        </p:txBody>
      </p:sp>
    </p:spTree>
    <p:extLst>
      <p:ext uri="{BB962C8B-B14F-4D97-AF65-F5344CB8AC3E}">
        <p14:creationId xmlns:p14="http://schemas.microsoft.com/office/powerpoint/2010/main" val="1342646275"/>
      </p:ext>
    </p:extLst>
  </p:cSld>
</p:sld>
</file>

<file path=ppt/slides/slide4.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1" name="Four fresh windows confirm one event">
            <a:extLst xmlns:a="http://schemas.openxmlformats.org/drawingml/2006/main">
              <a:ext uri="{FF2B5EF4-FFF2-40B4-BE49-F238E27FC236}">
                <a16:creationId xmlns:a16="http://schemas.microsoft.com/office/drawing/2014/main" id="{ED754252-8430-43D1-80B8-61D49AE5AB4B}"/>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Four fresh windows confirm one event</a:t>
            </a:r>
          </a:p>
        </p:txBody>
      </p:sp>
      <p:sp>
        <p:nvSpPr>
          <p:cNvPr id="2" name="Each window uses new EEG samples. A dip below the ">
            <a:extLst xmlns:a="http://schemas.openxmlformats.org/drawingml/2006/main">
              <a:ext uri="{FF2B5EF4-FFF2-40B4-BE49-F238E27FC236}">
                <a16:creationId xmlns:a16="http://schemas.microsoft.com/office/drawing/2014/main" id="{0249FA87-1AC6-4A0D-948B-BD646CBC7EFE}"/>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Each window uses new EEG samples. A dip below the threshold resets the count.</a:t>
            </a:r>
          </a:p>
        </p:txBody>
      </p:sp>
      <p:sp>
        <p:nvSpPr>
          <p:cNvPr id="3" name="diagram">
            <a:extLst xmlns:a="http://schemas.openxmlformats.org/drawingml/2006/main">
              <a:ext uri="{FF2B5EF4-FFF2-40B4-BE49-F238E27FC236}">
                <a16:creationId xmlns:a16="http://schemas.microsoft.com/office/drawing/2014/main" id="{E1900697-1822-41E6-8782-3B150BB6C8F2}"/>
              </a:ext>
            </a:extLst>
          </p:cNvPr>
          <p:cNvSpPr>
            <a:spLocks xmlns:a="http://schemas.openxmlformats.org/drawingml/2006/main" noGrp="1"/>
          </p:cNvSpPr>
          <p:nvPr/>
        </p:nvSpPr>
        <p:spPr>
          <a:xfrm xmlns:a="http://schemas.openxmlformats.org/drawingml/2006/main">
            <a:off x="104775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4" name="0–4 s">
            <a:extLst xmlns:a="http://schemas.openxmlformats.org/drawingml/2006/main">
              <a:ext uri="{FF2B5EF4-FFF2-40B4-BE49-F238E27FC236}">
                <a16:creationId xmlns:a16="http://schemas.microsoft.com/office/drawing/2014/main" id="{D6D7AF73-75D5-4209-A61D-F66C1337E5CD}"/>
              </a:ext>
            </a:extLst>
          </p:cNvPr>
          <p:cNvSpPr>
            <a:spLocks xmlns:a="http://schemas.openxmlformats.org/drawingml/2006/main" noGrp="1"/>
          </p:cNvSpPr>
          <p:nvPr/>
        </p:nvSpPr>
        <p:spPr>
          <a:xfrm xmlns:a="http://schemas.openxmlformats.org/drawingml/2006/main">
            <a:off x="121920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0–4 s</a:t>
            </a:r>
          </a:p>
        </p:txBody>
      </p:sp>
      <p:sp>
        <p:nvSpPr>
          <p:cNvPr id="5" name="Elevated">
            <a:extLst xmlns:a="http://schemas.openxmlformats.org/drawingml/2006/main">
              <a:ext uri="{FF2B5EF4-FFF2-40B4-BE49-F238E27FC236}">
                <a16:creationId xmlns:a16="http://schemas.microsoft.com/office/drawing/2014/main" id="{F5732C77-EF24-4224-878D-BA2E87E58F8D}"/>
              </a:ext>
            </a:extLst>
          </p:cNvPr>
          <p:cNvSpPr>
            <a:spLocks xmlns:a="http://schemas.openxmlformats.org/drawingml/2006/main" noGrp="1"/>
          </p:cNvSpPr>
          <p:nvPr/>
        </p:nvSpPr>
        <p:spPr>
          <a:xfrm xmlns:a="http://schemas.openxmlformats.org/drawingml/2006/main">
            <a:off x="121920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sp>
        <p:nvSpPr>
          <p:cNvPr id="6" name="diagram">
            <a:extLst xmlns:a="http://schemas.openxmlformats.org/drawingml/2006/main">
              <a:ext uri="{FF2B5EF4-FFF2-40B4-BE49-F238E27FC236}">
                <a16:creationId xmlns:a16="http://schemas.microsoft.com/office/drawing/2014/main" id="{62EE950F-5CD1-4CEB-BE16-B6F69A26429D}"/>
              </a:ext>
            </a:extLst>
          </p:cNvPr>
          <p:cNvSpPr>
            <a:spLocks xmlns:a="http://schemas.openxmlformats.org/drawingml/2006/main" noGrp="1"/>
          </p:cNvSpPr>
          <p:nvPr/>
        </p:nvSpPr>
        <p:spPr>
          <a:xfrm xmlns:a="http://schemas.openxmlformats.org/drawingml/2006/main">
            <a:off x="509587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7" name="4–8 s">
            <a:extLst xmlns:a="http://schemas.openxmlformats.org/drawingml/2006/main">
              <a:ext uri="{FF2B5EF4-FFF2-40B4-BE49-F238E27FC236}">
                <a16:creationId xmlns:a16="http://schemas.microsoft.com/office/drawing/2014/main" id="{71A2471D-DB82-4050-B9DB-77D04D077286}"/>
              </a:ext>
            </a:extLst>
          </p:cNvPr>
          <p:cNvSpPr>
            <a:spLocks xmlns:a="http://schemas.openxmlformats.org/drawingml/2006/main" noGrp="1"/>
          </p:cNvSpPr>
          <p:nvPr/>
        </p:nvSpPr>
        <p:spPr>
          <a:xfrm xmlns:a="http://schemas.openxmlformats.org/drawingml/2006/main">
            <a:off x="526732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4–8 s</a:t>
            </a:r>
          </a:p>
        </p:txBody>
      </p:sp>
      <p:sp>
        <p:nvSpPr>
          <p:cNvPr id="8" name="Elevated">
            <a:extLst xmlns:a="http://schemas.openxmlformats.org/drawingml/2006/main">
              <a:ext uri="{FF2B5EF4-FFF2-40B4-BE49-F238E27FC236}">
                <a16:creationId xmlns:a16="http://schemas.microsoft.com/office/drawing/2014/main" id="{8406B15D-9F78-4106-B8B4-C88EA9D1E139}"/>
              </a:ext>
            </a:extLst>
          </p:cNvPr>
          <p:cNvSpPr>
            <a:spLocks xmlns:a="http://schemas.openxmlformats.org/drawingml/2006/main" noGrp="1"/>
          </p:cNvSpPr>
          <p:nvPr/>
        </p:nvSpPr>
        <p:spPr>
          <a:xfrm xmlns:a="http://schemas.openxmlformats.org/drawingml/2006/main">
            <a:off x="526732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457200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0" name="diagram">
            <a:extLst xmlns:a="http://schemas.openxmlformats.org/drawingml/2006/main">
              <a:ext uri="{FF2B5EF4-FFF2-40B4-BE49-F238E27FC236}">
                <a16:creationId xmlns:a16="http://schemas.microsoft.com/office/drawing/2014/main" id="{CF73919D-6B49-420F-B32A-739815BA120C}"/>
              </a:ext>
            </a:extLst>
          </p:cNvPr>
          <p:cNvSpPr>
            <a:spLocks xmlns:a="http://schemas.openxmlformats.org/drawingml/2006/main" noGrp="1"/>
          </p:cNvSpPr>
          <p:nvPr/>
        </p:nvSpPr>
        <p:spPr>
          <a:xfrm xmlns:a="http://schemas.openxmlformats.org/drawingml/2006/main">
            <a:off x="914400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11" name="8–12 s">
            <a:extLst xmlns:a="http://schemas.openxmlformats.org/drawingml/2006/main">
              <a:ext uri="{FF2B5EF4-FFF2-40B4-BE49-F238E27FC236}">
                <a16:creationId xmlns:a16="http://schemas.microsoft.com/office/drawing/2014/main" id="{F01A658E-130F-4BFC-958E-F94AA1066427}"/>
              </a:ext>
            </a:extLst>
          </p:cNvPr>
          <p:cNvSpPr>
            <a:spLocks xmlns:a="http://schemas.openxmlformats.org/drawingml/2006/main" noGrp="1"/>
          </p:cNvSpPr>
          <p:nvPr/>
        </p:nvSpPr>
        <p:spPr>
          <a:xfrm xmlns:a="http://schemas.openxmlformats.org/drawingml/2006/main">
            <a:off x="931545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8–12 s</a:t>
            </a:r>
          </a:p>
        </p:txBody>
      </p:sp>
      <p:sp>
        <p:nvSpPr>
          <p:cNvPr id="12" name="Elevated">
            <a:extLst xmlns:a="http://schemas.openxmlformats.org/drawingml/2006/main">
              <a:ext uri="{FF2B5EF4-FFF2-40B4-BE49-F238E27FC236}">
                <a16:creationId xmlns:a16="http://schemas.microsoft.com/office/drawing/2014/main" id="{9629E004-9686-4024-958B-A3EA07833812}"/>
              </a:ext>
            </a:extLst>
          </p:cNvPr>
          <p:cNvSpPr>
            <a:spLocks xmlns:a="http://schemas.openxmlformats.org/drawingml/2006/main" noGrp="1"/>
          </p:cNvSpPr>
          <p:nvPr/>
        </p:nvSpPr>
        <p:spPr>
          <a:xfrm xmlns:a="http://schemas.openxmlformats.org/drawingml/2006/main">
            <a:off x="931545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3" name=""/>
          <p:cNvCxnSpPr>
            <a:stCxn xmlns:a="http://schemas.openxmlformats.org/drawingml/2006/main" id="6" idx="3"/>
            <a:endCxn xmlns:a="http://schemas.openxmlformats.org/drawingml/2006/main" id="10" idx="1"/>
          </p:cNvCxnSpPr>
          <p:nvPr/>
        </p:nvCxnSpPr>
        <p:spPr>
          <a:xfrm xmlns:a="http://schemas.openxmlformats.org/drawingml/2006/main">
            <a:off x="8620125"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4" name="diagram">
            <a:extLst xmlns:a="http://schemas.openxmlformats.org/drawingml/2006/main">
              <a:ext uri="{FF2B5EF4-FFF2-40B4-BE49-F238E27FC236}">
                <a16:creationId xmlns:a16="http://schemas.microsoft.com/office/drawing/2014/main" id="{8399178F-F214-46D9-B1E7-CBCE67316416}"/>
              </a:ext>
            </a:extLst>
          </p:cNvPr>
          <p:cNvSpPr>
            <a:spLocks xmlns:a="http://schemas.openxmlformats.org/drawingml/2006/main" noGrp="1"/>
          </p:cNvSpPr>
          <p:nvPr/>
        </p:nvSpPr>
        <p:spPr>
          <a:xfrm xmlns:a="http://schemas.openxmlformats.org/drawingml/2006/main">
            <a:off x="13192125" y="4000500"/>
            <a:ext cx="3524250" cy="2095500"/>
          </a:xfrm>
          <a:prstGeom xmlns:a="http://schemas.openxmlformats.org/drawingml/2006/main" prst="rect">
            <a:avLst/>
          </a:prstGeom>
          <a:solidFill xmlns:a="http://schemas.openxmlformats.org/drawingml/2006/main">
            <a:srgbClr val="E2E3DF"/>
          </a:solidFill>
          <a:ln xmlns:a="http://schemas.openxmlformats.org/drawingml/2006/main" w="0">
            <a:noFill/>
          </a:ln>
        </p:spPr>
      </p:sp>
      <p:sp>
        <p:nvSpPr>
          <p:cNvPr id="15" name="12–16 s">
            <a:extLst xmlns:a="http://schemas.openxmlformats.org/drawingml/2006/main">
              <a:ext uri="{FF2B5EF4-FFF2-40B4-BE49-F238E27FC236}">
                <a16:creationId xmlns:a16="http://schemas.microsoft.com/office/drawing/2014/main" id="{26B5AE39-0B35-4C9A-B238-A605C2556D45}"/>
              </a:ext>
            </a:extLst>
          </p:cNvPr>
          <p:cNvSpPr>
            <a:spLocks xmlns:a="http://schemas.openxmlformats.org/drawingml/2006/main" noGrp="1"/>
          </p:cNvSpPr>
          <p:nvPr/>
        </p:nvSpPr>
        <p:spPr>
          <a:xfrm xmlns:a="http://schemas.openxmlformats.org/drawingml/2006/main">
            <a:off x="1336357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5A5D59"/>
                </a:solidFill>
                <a:latin typeface="Poppins"/>
                <a:ea typeface="Poppins"/>
                <a:cs typeface="Poppins"/>
              </a:defRPr>
            </a:pPr>
            <a:r>
              <a:rPr sz="4200" b="1">
                <a:solidFill>
                  <a:srgbClr val="5A5D59"/>
                </a:solidFill>
                <a:latin typeface="Poppins"/>
                <a:ea typeface="Poppins"/>
                <a:cs typeface="Poppins"/>
              </a:rPr>
              <a:t>12–16 s</a:t>
            </a:r>
          </a:p>
        </p:txBody>
      </p:sp>
      <p:sp>
        <p:nvSpPr>
          <p:cNvPr id="16" name="Next window">
            <a:extLst xmlns:a="http://schemas.openxmlformats.org/drawingml/2006/main">
              <a:ext uri="{FF2B5EF4-FFF2-40B4-BE49-F238E27FC236}">
                <a16:creationId xmlns:a16="http://schemas.microsoft.com/office/drawing/2014/main" id="{AA3800AA-0C95-40F2-9A69-DCFCE25694F6}"/>
              </a:ext>
            </a:extLst>
          </p:cNvPr>
          <p:cNvSpPr>
            <a:spLocks xmlns:a="http://schemas.openxmlformats.org/drawingml/2006/main" noGrp="1"/>
          </p:cNvSpPr>
          <p:nvPr/>
        </p:nvSpPr>
        <p:spPr>
          <a:xfrm xmlns:a="http://schemas.openxmlformats.org/drawingml/2006/main">
            <a:off x="1336357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5A5D59"/>
                </a:solidFill>
                <a:latin typeface="Poppins"/>
                <a:ea typeface="Poppins"/>
                <a:cs typeface="Poppins"/>
              </a:defRPr>
            </a:pPr>
            <a:r>
              <a:rPr sz="2400" b="0">
                <a:solidFill>
                  <a:srgbClr val="5A5D59"/>
                </a:solidFill>
                <a:latin typeface="Poppins"/>
                <a:ea typeface="Poppins"/>
                <a:cs typeface="Poppins"/>
              </a:rPr>
              <a:t>Next window</a:t>
            </a:r>
          </a:p>
        </p:txBody>
      </p:sp>
      <p:cxnSp>
        <p:nvCxnSpPr>
          <p:cNvPr id="37" name=""/>
          <p:cNvCxnSpPr>
            <a:stCxn xmlns:a="http://schemas.openxmlformats.org/drawingml/2006/main" id="10" idx="3"/>
            <a:endCxn xmlns:a="http://schemas.openxmlformats.org/drawingml/2006/main" id="14" idx="1"/>
          </p:cNvCxnSpPr>
          <p:nvPr/>
        </p:nvCxnSpPr>
        <p:spPr>
          <a:xfrm xmlns:a="http://schemas.openxmlformats.org/drawingml/2006/main">
            <a:off x="1266825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8" name="3 / 4 confirmed">
            <a:extLst xmlns:a="http://schemas.openxmlformats.org/drawingml/2006/main">
              <a:ext uri="{FF2B5EF4-FFF2-40B4-BE49-F238E27FC236}">
                <a16:creationId xmlns:a16="http://schemas.microsoft.com/office/drawing/2014/main" id="{56531DBE-D282-4FF6-A6BA-7298ABB56FAE}"/>
              </a:ext>
            </a:extLst>
          </p:cNvPr>
          <p:cNvSpPr>
            <a:spLocks xmlns:a="http://schemas.openxmlformats.org/drawingml/2006/main" noGrp="1"/>
          </p:cNvSpPr>
          <p:nvPr/>
        </p:nvSpPr>
        <p:spPr>
          <a:xfrm xmlns:a="http://schemas.openxmlformats.org/drawingml/2006/main">
            <a:off x="1047750" y="7000875"/>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75" b="1">
                <a:solidFill>
                  <a:srgbClr val="191A18"/>
                </a:solidFill>
                <a:latin typeface="Poppins"/>
                <a:ea typeface="Poppins"/>
                <a:cs typeface="Poppins"/>
              </a:defRPr>
            </a:pPr>
            <a:r>
              <a:rPr sz="4875" b="1">
                <a:solidFill>
                  <a:srgbClr val="191A18"/>
                </a:solidFill>
                <a:latin typeface="Poppins"/>
                <a:ea typeface="Poppins"/>
                <a:cs typeface="Poppins"/>
              </a:rPr>
              <a:t>3 / 4 confirmed</a:t>
            </a:r>
          </a:p>
        </p:txBody>
      </p:sp>
      <p:sp>
        <p:nvSpPr>
          <p:cNvPr id="19" name="Wait for sustained evidence">
            <a:extLst xmlns:a="http://schemas.openxmlformats.org/drawingml/2006/main">
              <a:ext uri="{FF2B5EF4-FFF2-40B4-BE49-F238E27FC236}">
                <a16:creationId xmlns:a16="http://schemas.microsoft.com/office/drawing/2014/main" id="{3B9A13EA-CE1F-4CAF-903E-06BC8F029396}"/>
              </a:ext>
            </a:extLst>
          </p:cNvPr>
          <p:cNvSpPr>
            <a:spLocks xmlns:a="http://schemas.openxmlformats.org/drawingml/2006/main" noGrp="1"/>
          </p:cNvSpPr>
          <p:nvPr/>
        </p:nvSpPr>
        <p:spPr>
          <a:xfrm xmlns:a="http://schemas.openxmlformats.org/drawingml/2006/main">
            <a:off x="1047750" y="8210550"/>
            <a:ext cx="1381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0">
                <a:solidFill>
                  <a:srgbClr val="5A5D59"/>
                </a:solidFill>
                <a:latin typeface="Poppins"/>
                <a:ea typeface="Poppins"/>
                <a:cs typeface="Poppins"/>
              </a:defRPr>
            </a:pPr>
            <a:r>
              <a:rPr sz="3600" b="0">
                <a:solidFill>
                  <a:srgbClr val="5A5D59"/>
                </a:solidFill>
                <a:latin typeface="Poppins"/>
                <a:ea typeface="Poppins"/>
                <a:cs typeface="Poppins"/>
              </a:rPr>
              <a:t>Wait for sustained evidence</a:t>
            </a:r>
          </a:p>
        </p:txBody>
      </p:sp>
      <p:sp>
        <p:nvSpPr>
          <p:cNvPr id="20" name="Current detector: 4-second non-overlapping windows">
            <a:extLst xmlns:a="http://schemas.openxmlformats.org/drawingml/2006/main">
              <a:ext uri="{FF2B5EF4-FFF2-40B4-BE49-F238E27FC236}">
                <a16:creationId xmlns:a16="http://schemas.microsoft.com/office/drawing/2014/main" id="{88667D86-1E49-490E-912E-709DB6B41061}"/>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Current detector: 4-second non-overlapping windows • illustrative signal sequence</a:t>
            </a:r>
          </a:p>
        </p:txBody>
      </p:sp>
    </p:spTree>
    <p:extLst>
      <p:ext uri="{BB962C8B-B14F-4D97-AF65-F5344CB8AC3E}">
        <p14:creationId xmlns:p14="http://schemas.microsoft.com/office/powerpoint/2010/main" val="675064119"/>
      </p:ext>
    </p:extLst>
  </p:cSld>
</p:sld>
</file>

<file path=ppt/slides/slide5.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1" name="Four fresh windows confirm one event">
            <a:extLst xmlns:a="http://schemas.openxmlformats.org/drawingml/2006/main">
              <a:ext uri="{FF2B5EF4-FFF2-40B4-BE49-F238E27FC236}">
                <a16:creationId xmlns:a16="http://schemas.microsoft.com/office/drawing/2014/main" id="{1C4AD7CE-B80E-4A0B-9440-2760A907770A}"/>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Four fresh windows confirm one event</a:t>
            </a:r>
          </a:p>
        </p:txBody>
      </p:sp>
      <p:sp>
        <p:nvSpPr>
          <p:cNvPr id="2" name="Each window uses new EEG samples. A dip below the ">
            <a:extLst xmlns:a="http://schemas.openxmlformats.org/drawingml/2006/main">
              <a:ext uri="{FF2B5EF4-FFF2-40B4-BE49-F238E27FC236}">
                <a16:creationId xmlns:a16="http://schemas.microsoft.com/office/drawing/2014/main" id="{F635413C-1EE2-40D0-8130-007EF8DA404E}"/>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Each window uses new EEG samples. A dip below the threshold resets the count.</a:t>
            </a:r>
          </a:p>
        </p:txBody>
      </p:sp>
      <p:sp>
        <p:nvSpPr>
          <p:cNvPr id="3" name="diagram">
            <a:extLst xmlns:a="http://schemas.openxmlformats.org/drawingml/2006/main">
              <a:ext uri="{FF2B5EF4-FFF2-40B4-BE49-F238E27FC236}">
                <a16:creationId xmlns:a16="http://schemas.microsoft.com/office/drawing/2014/main" id="{3ACCF76A-F7AF-4909-9F3E-91330FD4FAFE}"/>
              </a:ext>
            </a:extLst>
          </p:cNvPr>
          <p:cNvSpPr>
            <a:spLocks xmlns:a="http://schemas.openxmlformats.org/drawingml/2006/main" noGrp="1"/>
          </p:cNvSpPr>
          <p:nvPr/>
        </p:nvSpPr>
        <p:spPr>
          <a:xfrm xmlns:a="http://schemas.openxmlformats.org/drawingml/2006/main">
            <a:off x="104775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4" name="0–4 s">
            <a:extLst xmlns:a="http://schemas.openxmlformats.org/drawingml/2006/main">
              <a:ext uri="{FF2B5EF4-FFF2-40B4-BE49-F238E27FC236}">
                <a16:creationId xmlns:a16="http://schemas.microsoft.com/office/drawing/2014/main" id="{940A82A7-B124-4D23-A7DF-C9A218EC551B}"/>
              </a:ext>
            </a:extLst>
          </p:cNvPr>
          <p:cNvSpPr>
            <a:spLocks xmlns:a="http://schemas.openxmlformats.org/drawingml/2006/main" noGrp="1"/>
          </p:cNvSpPr>
          <p:nvPr/>
        </p:nvSpPr>
        <p:spPr>
          <a:xfrm xmlns:a="http://schemas.openxmlformats.org/drawingml/2006/main">
            <a:off x="121920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0–4 s</a:t>
            </a:r>
          </a:p>
        </p:txBody>
      </p:sp>
      <p:sp>
        <p:nvSpPr>
          <p:cNvPr id="5" name="Elevated">
            <a:extLst xmlns:a="http://schemas.openxmlformats.org/drawingml/2006/main">
              <a:ext uri="{FF2B5EF4-FFF2-40B4-BE49-F238E27FC236}">
                <a16:creationId xmlns:a16="http://schemas.microsoft.com/office/drawing/2014/main" id="{DD3A3771-2341-4E60-BCDB-A8A35F35A585}"/>
              </a:ext>
            </a:extLst>
          </p:cNvPr>
          <p:cNvSpPr>
            <a:spLocks xmlns:a="http://schemas.openxmlformats.org/drawingml/2006/main" noGrp="1"/>
          </p:cNvSpPr>
          <p:nvPr/>
        </p:nvSpPr>
        <p:spPr>
          <a:xfrm xmlns:a="http://schemas.openxmlformats.org/drawingml/2006/main">
            <a:off x="121920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sp>
        <p:nvSpPr>
          <p:cNvPr id="6" name="diagram">
            <a:extLst xmlns:a="http://schemas.openxmlformats.org/drawingml/2006/main">
              <a:ext uri="{FF2B5EF4-FFF2-40B4-BE49-F238E27FC236}">
                <a16:creationId xmlns:a16="http://schemas.microsoft.com/office/drawing/2014/main" id="{165BFA79-9C2A-4A1D-9EFD-D91E802997C2}"/>
              </a:ext>
            </a:extLst>
          </p:cNvPr>
          <p:cNvSpPr>
            <a:spLocks xmlns:a="http://schemas.openxmlformats.org/drawingml/2006/main" noGrp="1"/>
          </p:cNvSpPr>
          <p:nvPr/>
        </p:nvSpPr>
        <p:spPr>
          <a:xfrm xmlns:a="http://schemas.openxmlformats.org/drawingml/2006/main">
            <a:off x="509587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7" name="4–8 s">
            <a:extLst xmlns:a="http://schemas.openxmlformats.org/drawingml/2006/main">
              <a:ext uri="{FF2B5EF4-FFF2-40B4-BE49-F238E27FC236}">
                <a16:creationId xmlns:a16="http://schemas.microsoft.com/office/drawing/2014/main" id="{C703CF27-D624-45D5-A189-D8DB46A79758}"/>
              </a:ext>
            </a:extLst>
          </p:cNvPr>
          <p:cNvSpPr>
            <a:spLocks xmlns:a="http://schemas.openxmlformats.org/drawingml/2006/main" noGrp="1"/>
          </p:cNvSpPr>
          <p:nvPr/>
        </p:nvSpPr>
        <p:spPr>
          <a:xfrm xmlns:a="http://schemas.openxmlformats.org/drawingml/2006/main">
            <a:off x="526732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4–8 s</a:t>
            </a:r>
          </a:p>
        </p:txBody>
      </p:sp>
      <p:sp>
        <p:nvSpPr>
          <p:cNvPr id="8" name="Elevated">
            <a:extLst xmlns:a="http://schemas.openxmlformats.org/drawingml/2006/main">
              <a:ext uri="{FF2B5EF4-FFF2-40B4-BE49-F238E27FC236}">
                <a16:creationId xmlns:a16="http://schemas.microsoft.com/office/drawing/2014/main" id="{2650CA97-DE3C-4405-8109-83757D270030}"/>
              </a:ext>
            </a:extLst>
          </p:cNvPr>
          <p:cNvSpPr>
            <a:spLocks xmlns:a="http://schemas.openxmlformats.org/drawingml/2006/main" noGrp="1"/>
          </p:cNvSpPr>
          <p:nvPr/>
        </p:nvSpPr>
        <p:spPr>
          <a:xfrm xmlns:a="http://schemas.openxmlformats.org/drawingml/2006/main">
            <a:off x="526732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457200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0" name="diagram">
            <a:extLst xmlns:a="http://schemas.openxmlformats.org/drawingml/2006/main">
              <a:ext uri="{FF2B5EF4-FFF2-40B4-BE49-F238E27FC236}">
                <a16:creationId xmlns:a16="http://schemas.microsoft.com/office/drawing/2014/main" id="{AD7CACD3-AF19-4D4E-A312-245CDC0322BF}"/>
              </a:ext>
            </a:extLst>
          </p:cNvPr>
          <p:cNvSpPr>
            <a:spLocks xmlns:a="http://schemas.openxmlformats.org/drawingml/2006/main" noGrp="1"/>
          </p:cNvSpPr>
          <p:nvPr/>
        </p:nvSpPr>
        <p:spPr>
          <a:xfrm xmlns:a="http://schemas.openxmlformats.org/drawingml/2006/main">
            <a:off x="914400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11" name="8–12 s">
            <a:extLst xmlns:a="http://schemas.openxmlformats.org/drawingml/2006/main">
              <a:ext uri="{FF2B5EF4-FFF2-40B4-BE49-F238E27FC236}">
                <a16:creationId xmlns:a16="http://schemas.microsoft.com/office/drawing/2014/main" id="{6FE640F7-7199-4340-B887-EE0BF164EDBE}"/>
              </a:ext>
            </a:extLst>
          </p:cNvPr>
          <p:cNvSpPr>
            <a:spLocks xmlns:a="http://schemas.openxmlformats.org/drawingml/2006/main" noGrp="1"/>
          </p:cNvSpPr>
          <p:nvPr/>
        </p:nvSpPr>
        <p:spPr>
          <a:xfrm xmlns:a="http://schemas.openxmlformats.org/drawingml/2006/main">
            <a:off x="931545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8–12 s</a:t>
            </a:r>
          </a:p>
        </p:txBody>
      </p:sp>
      <p:sp>
        <p:nvSpPr>
          <p:cNvPr id="12" name="Elevated">
            <a:extLst xmlns:a="http://schemas.openxmlformats.org/drawingml/2006/main">
              <a:ext uri="{FF2B5EF4-FFF2-40B4-BE49-F238E27FC236}">
                <a16:creationId xmlns:a16="http://schemas.microsoft.com/office/drawing/2014/main" id="{186828F0-03E5-4BDB-A249-3B555BF9519C}"/>
              </a:ext>
            </a:extLst>
          </p:cNvPr>
          <p:cNvSpPr>
            <a:spLocks xmlns:a="http://schemas.openxmlformats.org/drawingml/2006/main" noGrp="1"/>
          </p:cNvSpPr>
          <p:nvPr/>
        </p:nvSpPr>
        <p:spPr>
          <a:xfrm xmlns:a="http://schemas.openxmlformats.org/drawingml/2006/main">
            <a:off x="931545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3" name=""/>
          <p:cNvCxnSpPr>
            <a:stCxn xmlns:a="http://schemas.openxmlformats.org/drawingml/2006/main" id="6" idx="3"/>
            <a:endCxn xmlns:a="http://schemas.openxmlformats.org/drawingml/2006/main" id="10" idx="1"/>
          </p:cNvCxnSpPr>
          <p:nvPr/>
        </p:nvCxnSpPr>
        <p:spPr>
          <a:xfrm xmlns:a="http://schemas.openxmlformats.org/drawingml/2006/main">
            <a:off x="8620125"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4" name="diagram">
            <a:extLst xmlns:a="http://schemas.openxmlformats.org/drawingml/2006/main">
              <a:ext uri="{FF2B5EF4-FFF2-40B4-BE49-F238E27FC236}">
                <a16:creationId xmlns:a16="http://schemas.microsoft.com/office/drawing/2014/main" id="{6C2401B4-0D85-4E06-9A47-0DD7038F882F}"/>
              </a:ext>
            </a:extLst>
          </p:cNvPr>
          <p:cNvSpPr>
            <a:spLocks xmlns:a="http://schemas.openxmlformats.org/drawingml/2006/main" noGrp="1"/>
          </p:cNvSpPr>
          <p:nvPr/>
        </p:nvSpPr>
        <p:spPr>
          <a:xfrm xmlns:a="http://schemas.openxmlformats.org/drawingml/2006/main">
            <a:off x="1319212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15" name="12–16 s">
            <a:extLst xmlns:a="http://schemas.openxmlformats.org/drawingml/2006/main">
              <a:ext uri="{FF2B5EF4-FFF2-40B4-BE49-F238E27FC236}">
                <a16:creationId xmlns:a16="http://schemas.microsoft.com/office/drawing/2014/main" id="{0A5243F3-F42E-40DB-9612-D94AE0EC2689}"/>
              </a:ext>
            </a:extLst>
          </p:cNvPr>
          <p:cNvSpPr>
            <a:spLocks xmlns:a="http://schemas.openxmlformats.org/drawingml/2006/main" noGrp="1"/>
          </p:cNvSpPr>
          <p:nvPr/>
        </p:nvSpPr>
        <p:spPr>
          <a:xfrm xmlns:a="http://schemas.openxmlformats.org/drawingml/2006/main">
            <a:off x="1336357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12–16 s</a:t>
            </a:r>
          </a:p>
        </p:txBody>
      </p:sp>
      <p:sp>
        <p:nvSpPr>
          <p:cNvPr id="16" name="Elevated">
            <a:extLst xmlns:a="http://schemas.openxmlformats.org/drawingml/2006/main">
              <a:ext uri="{FF2B5EF4-FFF2-40B4-BE49-F238E27FC236}">
                <a16:creationId xmlns:a16="http://schemas.microsoft.com/office/drawing/2014/main" id="{7B337798-C05F-489F-B397-E42CD131873D}"/>
              </a:ext>
            </a:extLst>
          </p:cNvPr>
          <p:cNvSpPr>
            <a:spLocks xmlns:a="http://schemas.openxmlformats.org/drawingml/2006/main" noGrp="1"/>
          </p:cNvSpPr>
          <p:nvPr/>
        </p:nvSpPr>
        <p:spPr>
          <a:xfrm xmlns:a="http://schemas.openxmlformats.org/drawingml/2006/main">
            <a:off x="1336357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7" name=""/>
          <p:cNvCxnSpPr>
            <a:stCxn xmlns:a="http://schemas.openxmlformats.org/drawingml/2006/main" id="10" idx="3"/>
            <a:endCxn xmlns:a="http://schemas.openxmlformats.org/drawingml/2006/main" id="14" idx="1"/>
          </p:cNvCxnSpPr>
          <p:nvPr/>
        </p:nvCxnSpPr>
        <p:spPr>
          <a:xfrm xmlns:a="http://schemas.openxmlformats.org/drawingml/2006/main">
            <a:off x="1266825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8" name="4 / 4 confirmed">
            <a:extLst xmlns:a="http://schemas.openxmlformats.org/drawingml/2006/main">
              <a:ext uri="{FF2B5EF4-FFF2-40B4-BE49-F238E27FC236}">
                <a16:creationId xmlns:a16="http://schemas.microsoft.com/office/drawing/2014/main" id="{10772B88-2B3F-4215-8741-2A9D727D9CA8}"/>
              </a:ext>
            </a:extLst>
          </p:cNvPr>
          <p:cNvSpPr>
            <a:spLocks xmlns:a="http://schemas.openxmlformats.org/drawingml/2006/main" noGrp="1"/>
          </p:cNvSpPr>
          <p:nvPr/>
        </p:nvSpPr>
        <p:spPr>
          <a:xfrm xmlns:a="http://schemas.openxmlformats.org/drawingml/2006/main">
            <a:off x="1047750" y="7000875"/>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75" b="1">
                <a:solidFill>
                  <a:srgbClr val="191A18"/>
                </a:solidFill>
                <a:latin typeface="Poppins"/>
                <a:ea typeface="Poppins"/>
                <a:cs typeface="Poppins"/>
              </a:defRPr>
            </a:pPr>
            <a:r>
              <a:rPr sz="4875" b="1">
                <a:solidFill>
                  <a:srgbClr val="191A18"/>
                </a:solidFill>
                <a:latin typeface="Poppins"/>
                <a:ea typeface="Poppins"/>
                <a:cs typeface="Poppins"/>
              </a:rPr>
              <a:t>4 / 4 confirmed</a:t>
            </a:r>
          </a:p>
        </p:txBody>
      </p:sp>
      <p:sp>
        <p:nvSpPr>
          <p:cNvPr id="19" name="Flag the moment">
            <a:extLst xmlns:a="http://schemas.openxmlformats.org/drawingml/2006/main">
              <a:ext uri="{FF2B5EF4-FFF2-40B4-BE49-F238E27FC236}">
                <a16:creationId xmlns:a16="http://schemas.microsoft.com/office/drawing/2014/main" id="{0B49B6E1-C68E-4783-ADBF-3277C885B420}"/>
              </a:ext>
            </a:extLst>
          </p:cNvPr>
          <p:cNvSpPr>
            <a:spLocks xmlns:a="http://schemas.openxmlformats.org/drawingml/2006/main" noGrp="1"/>
          </p:cNvSpPr>
          <p:nvPr/>
        </p:nvSpPr>
        <p:spPr>
          <a:xfrm xmlns:a="http://schemas.openxmlformats.org/drawingml/2006/main">
            <a:off x="1047750" y="8210550"/>
            <a:ext cx="1381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425" b="1">
                <a:solidFill>
                  <a:srgbClr val="9B712B"/>
                </a:solidFill>
                <a:latin typeface="Poppins"/>
                <a:ea typeface="Poppins"/>
                <a:cs typeface="Poppins"/>
              </a:defRPr>
            </a:pPr>
            <a:r>
              <a:rPr sz="4425" b="1">
                <a:solidFill>
                  <a:srgbClr val="9B712B"/>
                </a:solidFill>
                <a:latin typeface="Poppins"/>
                <a:ea typeface="Poppins"/>
                <a:cs typeface="Poppins"/>
              </a:rPr>
              <a:t>Flag the moment</a:t>
            </a:r>
          </a:p>
        </p:txBody>
      </p:sp>
      <p:sp>
        <p:nvSpPr>
          <p:cNvPr id="20" name="Current detector: 4-second non-overlapping windows">
            <a:extLst xmlns:a="http://schemas.openxmlformats.org/drawingml/2006/main">
              <a:ext uri="{FF2B5EF4-FFF2-40B4-BE49-F238E27FC236}">
                <a16:creationId xmlns:a16="http://schemas.microsoft.com/office/drawing/2014/main" id="{E6102BB8-B186-4FD7-8F22-3F86B247920F}"/>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Current detector: 4-second non-overlapping windows • illustrative signal sequence</a:t>
            </a:r>
          </a:p>
        </p:txBody>
      </p:sp>
    </p:spTree>
    <p:extLst>
      <p:ext uri="{BB962C8B-B14F-4D97-AF65-F5344CB8AC3E}">
        <p14:creationId xmlns:p14="http://schemas.microsoft.com/office/powerpoint/2010/main" val="1227269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2026-09-20T08:29:47.5910000Z</dcterms:created>
  <dcterms:modified xsi:type="dcterms:W3CDTF">2026-09-20T08:29:47.5910000Z</dcterms:modified>
</coreProperties>
</file>